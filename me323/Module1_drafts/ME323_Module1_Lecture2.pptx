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gi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gif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0B0B0B"/>
                </a:solidFill>
                <a:latin typeface="Calibri"/>
              </a:rPr>
              <a:t>From Data to Decisions Under Uncertainty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977639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A78D6"/>
                </a:solidFill>
                <a:latin typeface="Calibri"/>
              </a:rPr>
              <a:t>ME 323 Module 1 — Lecture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7091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A model that learns from sparse data and tells you how much it does not know.
Flow and examples adapted from Prof. Bilionis's data-science lecturebook.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Where Pre-lab 1 left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You combined bending and average-web shear into an empirical interaction surrogate, capped it with LTB, and obtained one capacity number per design.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The parity plot showed where that number holds and where it misses.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Your optimizer picked b = 1.25, H_web = 13.4 mm: predicted 46.6 N/g. The frozen oracle returned 483 N = 37.64 N/g on the estimated-mass basis; calibrated proxy LTB.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The physics gave you a point estimate in the region you trust it least. The missing ingredient is a statement of confidence.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You already have most of this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From ME 239: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Bayes' rule, Gaussian distribution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Multivariate Gaussian and covariance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Conditioning a Gaussian on data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New today, but only one step past 239: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Gaussian Process; acquisition functions (Bayesian optimization)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Bayes, in one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ay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447" y="2011680"/>
            <a:ext cx="8686800" cy="9170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3385924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You start with a belief about beam strength. You test a beam. You update the belief.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Carry a distribution over the unknown strength surface, not a single guess.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Every slide that follows is this line, applied to beams.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A Gaussian is a belief about one beam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gauss_streng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5372" y="1371600"/>
            <a:ext cx="7600950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The 3% spread comes from three repeat prints: 802, 763, 775 N. Same geometry, same printer.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Two beams at once: covariance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vn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7401" y="1371600"/>
            <a:ext cx="9696893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Nearby designs share material, geometry, and physics, so their strengths move together.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The covariance matrix writes that down. This is the piece the GP is built 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Conditioning: measure one, update the other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conditioni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763" y="1371600"/>
            <a:ext cx="9980168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Measure beam A and the joint Gaussian conditions: belief about B shifts and tightens.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You did this algebra in ME 239. Everything today is this move, repeated.  (animated in slideshow)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A function is a long Gaussian vector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mvn_to_gp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494" y="1371600"/>
            <a:ext cx="7676706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Strength at 2 designs is a 2D Gaussian; at 120 designs, a 120-D Gaussian. Connect the dots and it is a function.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A kernel fills in the covariances: nearby beams correlate, distant ones do not.  (animated in slideshow)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A Gaussian Process, before and after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gp_prior_poster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363" y="1371600"/>
            <a:ext cx="10504967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Before data the kernel proposes candidate curves; each test kills the ones that disagree.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The module models log(str/w): exp(mu_log) is the posterior median in N/g; the band is conditional uncertainty.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Watch it learn, one beam at a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gp_learning_beam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3399" y="1371600"/>
            <a:ext cx="6524897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The band collapses where beams land and stays wide where nothing has been tested.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Earlier span-200 campaign; rebuilt from the new 44-beam dataset when testing finishes.  (animated in slideshow)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kernel is a modeling choice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kernel_length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371600"/>
            <a:ext cx="10607040" cy="33832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828031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The length scale answers: how far does one test's influence reach?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85231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No single right answer; there are defensible and indefensible ones.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So is the noise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noise_f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371600"/>
            <a:ext cx="10607040" cy="33832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828031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We assume 3% from repeats (802, 763, 775 N). Pre-lab 2 refits at 1%, 3%, and 10%.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85231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The 1% recommendation moves; 3% and 10% remain nearby. This is sensitivity evidence, not proof of the noise value.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Epistemic and aleatory uncertainty do different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Epistemic: uncertainty about the latent surface because tests are sparse. Informative beams can reduce it.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Aleatory: print-to-print and test-to-test scatter at one nominal design. Another location does not remove it.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For one future observation in log space: sigma_total = sqrt(sigma_epi^2 + r^2), with r = 0.03.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MUI and EI use epistemic sigma because they value learnable uncertainty. A reliability bound for one future printed beam uses total sigma.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Explore vs exploit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8283" y="1371600"/>
            <a:ext cx="4995128" cy="777240"/>
          </a:xfrm>
          <a:prstGeom prst="rect">
            <a:avLst/>
          </a:prstGeom>
        </p:spPr>
      </p:pic>
      <p:pic>
        <p:nvPicPr>
          <p:cNvPr id="5" name="Picture 4" descr="fig_explore_explo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50" y="2286000"/>
            <a:ext cx="4591594" cy="3383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Exploit: test where the posterior median is highest. Explore: test where epistemic uncertainty is widest. MUI uses latent log space.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loop: Bayesian optimization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bo_mu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0171" y="1371600"/>
            <a:ext cx="5691351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Fit, pick the acquisition argmax, test, refit. It probes the thin-web corner once, learns the dip, settles on the peak.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Seven tests, no gradient, no formula for the dip.  (animated in slideshow)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Expected Improvement, the other dial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EI asks: by how much would a new test beat the best beam so far, on average?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accounts for both latent mean mu and epistemic uncertainty sigma, like MUI,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but weighs improvement, so it stops caring about regions that cannot win.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MUI and EI can point at different next beams. The choice encodes your appetite for risk; Pre-lab 2 has you code both.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Zoom out: spending a test budget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Each print-and-test costs a machine slot, a technician hour, and days of queue. You get two synthetic queries and one real print.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Optimal experimental design is the batch version of the acquisition question: given N tests, which set teaches the most or finds the best fastest?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Choosing the next test is the engineering decision.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Physics-informed GP: the two tracks meet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pigp_vs_gp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3105" y="1371600"/>
            <a:ext cx="7005483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Plain GP sees only (b, H_web). Submission 1 lane C also sees log(P_phys) and P_LTB/P_bend.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Features sharpen the fit where beams bend and yield; they can mislead where beams fracture along layers.  (animated in slideshow)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activity from 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Pre-lab 2: fit the GP, write MUI (and EI), work the noise assumption, find the GP-recommended beam.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Two queries: test your equation design and your GP design against the ground-truth model. Only two.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Submission 1: combine physics, GP, and the two new points; pick the beam you will print; defend it in the memo.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Print, test, reflect, redesign.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Before next time: Pre-lab 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In ME323_Module1_Prelab2_ML: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compare vanilla GP setups and read posterior median, epistemic uncertainty, and total predictive uncertainty,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write both MUI and EI,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refit under 1% / 3% / 10% noise and note what moves,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record the locked class design: b = 1.44 mm, H_web = 13.39 mm, posterior median 36.8 N/g.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That beam is your second ground-truth query. Bring your rationale, not just the number.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