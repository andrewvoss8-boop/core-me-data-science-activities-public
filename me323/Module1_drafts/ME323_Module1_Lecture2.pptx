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coded three capacity branches — flexural yield, junction shear-flow separation, LTB — calibrated (sigma_y, k, tau_i), and took the minimum: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1.25, H_web = 13.2 mm: predicted 47.8 N/g. Staff queried the oracle — a frozen model fit to a prior campaign of real bend tests, standing in for the testing machine — and it returned 515.6 N = 39.09 N/g on the estimated-mass basis. There the bend and LTB capacities tie within ~1%, so the 'bend' proxy is a knife-edge call.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sitting exactly on a mode boundary — the region you trust it least. The missing ingredient is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Where does 3% come from? Four repeat prints at (1.3, 12.8) spanned 548.6-566.1 N; pooled over all repeats the scatter runs ~4% with session/printer structure. 3% is the stated class working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as the class working value.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recommendation barely moves: 1% and 10% both pick (1.44, 13.39); 3% picks (1.44, 13.20) — one grid step, not monotone. Sensitivity evidence, not proof of the noise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(maximum upper interval)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test engineer hour, and days of queue. The class gets two oracle queries — answered by the frozen staff model, cheap because the prior campaign already paid for that information — and each group gets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 from the calibrated three-branch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their physics is useful; the separation branch carries one calibrated tau_i for an interface strength that scatters between sessions.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the class equation design and the class GP design go to the oracle — the same two beams for everyone.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1.44 mm, H_web = 13.20 mm, posterior median 38.2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the class's second oracle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