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1.10, H_web = 13.25 mm: predicted 48.7 N/g. Staff queried the ground truth model — a frozen model fit to a prior campaign of real bend tests, standing in for the testing machine — and it returned 482.6 N = 38.02 N/g on the estimated-mass basis. There all three mode capacities tie within ~1%, so the 'LTB' proxy is a knife-edge call.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sitting on a mode boundary, the region where you trust it least. Today's tool adds what is missing: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Where does 3% come from? Four repeat prints at (1.3, 12.8) spanned 548.6-566.1 N; pooled over all repeats the scatter runs ~4.4% with session/printer structure. 3% is the stated class working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recommendation does not move: 1%, 3%, and 10% all pick (1.00, 13.39) — the untested thin-b strip the widened box opened.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(maximum upper interval)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and it has its own dial, xi: an improvement threshold. xi = 0 lets the probabilities trade on their own; larger xi counts only wins that clear the incumbent by that margin, pushing exploration.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The class gets two ground-truth queries — answered by the frozen staff model, cheap because the prior campaign already paid for that information — and each group gets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decisions are yours; the rest are stress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will meet six modeling "knobs" in Submission 1. Do not treat them as six equal choices.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You own two decisions: the lane — how physics and data combine into one model — and the risk posture — how hard to chase predicted performance versus uncertainty.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The rest — kernel, noise, target scale — are stress tests. After you pick coordinates, swap the kernel and refit at 1% / 3% / 10% noise, and see whether your pick survives.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strong conclusion is not "we chose RBF and 3%." It is: "our exact optimum moves under reasonable assumptions, but every defensible model points at this neighborhood" — or, just as strong: "the recommendation is unstable, so we bought information instead of chasing the current maximum."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decision map: put both models on the same axes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13" y="1371600"/>
            <a:ext cx="570246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595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Calibrated physics (with mode boundaries), GP posterior median, their disagreement, and epistemic sigma — tested beams on every panel. Submission 1 builds this with your knobs.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the class equation design and the class GP design go to the ground truth model — the same two beams for everyone.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1.00 mm, H_web = 13.39 mm, posterior median 37.1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the class's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