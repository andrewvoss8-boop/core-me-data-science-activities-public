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gif" ContentType="image/gi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92a0f7fdfd4943" /><Relationship Type="http://schemas.openxmlformats.org/officeDocument/2006/relationships/extended-properties" Target="/docProps/app.xml" Id="R029279ca8be94a22" /><Relationship Type="http://schemas.openxmlformats.org/officeDocument/2006/relationships/officeDocument" Target="/ppt/presentation.xml" Id="Ra1c600b1caeb46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0259263e414dbc"/>
  </p:sldMasterIdLst>
  <p:notesMasterIdLst>
    <p:notesMasterId xmlns:r="http://schemas.openxmlformats.org/officeDocument/2006/relationships" r:id="R3b1db0b7b06d4cdf"/>
  </p:notesMasterIdLst>
  <p:sldIdLst>
    <p:sldId xmlns:r="http://schemas.openxmlformats.org/officeDocument/2006/relationships" id="256" r:id="R501d5af4efda49a3"/>
    <p:sldId xmlns:r="http://schemas.openxmlformats.org/officeDocument/2006/relationships" id="257" r:id="Rd57857b4bbbd4a24"/>
    <p:sldId xmlns:r="http://schemas.openxmlformats.org/officeDocument/2006/relationships" id="258" r:id="Rfd7896b067754432"/>
    <p:sldId xmlns:r="http://schemas.openxmlformats.org/officeDocument/2006/relationships" id="259" r:id="Rb246bead86b54d24"/>
    <p:sldId xmlns:r="http://schemas.openxmlformats.org/officeDocument/2006/relationships" id="260" r:id="R81029001399b4d9d"/>
    <p:sldId xmlns:r="http://schemas.openxmlformats.org/officeDocument/2006/relationships" id="261" r:id="R7877b6e22c7a47ff"/>
    <p:sldId xmlns:r="http://schemas.openxmlformats.org/officeDocument/2006/relationships" id="262" r:id="R4c14727e369d4401"/>
    <p:sldId xmlns:r="http://schemas.openxmlformats.org/officeDocument/2006/relationships" id="263" r:id="Rd0970cc2cfa14d36"/>
    <p:sldId xmlns:r="http://schemas.openxmlformats.org/officeDocument/2006/relationships" id="264" r:id="Rb0863b58142140b6"/>
    <p:sldId xmlns:r="http://schemas.openxmlformats.org/officeDocument/2006/relationships" id="265" r:id="R48a27ea2c238449c"/>
    <p:sldId xmlns:r="http://schemas.openxmlformats.org/officeDocument/2006/relationships" id="266" r:id="Rb7fdc7ca0ea44e22"/>
    <p:sldId xmlns:r="http://schemas.openxmlformats.org/officeDocument/2006/relationships" id="267" r:id="R25d525df45d34486"/>
    <p:sldId xmlns:r="http://schemas.openxmlformats.org/officeDocument/2006/relationships" id="268" r:id="Rffc6403293da4a8a"/>
    <p:sldId xmlns:r="http://schemas.openxmlformats.org/officeDocument/2006/relationships" id="269" r:id="R68f414ebfff642a8"/>
    <p:sldId xmlns:r="http://schemas.openxmlformats.org/officeDocument/2006/relationships" id="270" r:id="Rd670b14938ec4db6"/>
    <p:sldId xmlns:r="http://schemas.openxmlformats.org/officeDocument/2006/relationships" id="271" r:id="R5a344a145409400d"/>
    <p:sldId xmlns:r="http://schemas.openxmlformats.org/officeDocument/2006/relationships" id="272" r:id="R763daf07837a4c31"/>
    <p:sldId xmlns:r="http://schemas.openxmlformats.org/officeDocument/2006/relationships" id="273" r:id="R6e4e746be0a84269"/>
    <p:sldId xmlns:r="http://schemas.openxmlformats.org/officeDocument/2006/relationships" id="274" r:id="Rb8d05630c44f417e"/>
    <p:sldId xmlns:r="http://schemas.openxmlformats.org/officeDocument/2006/relationships" id="275" r:id="R759a9e3c69ce4e94"/>
    <p:sldId xmlns:r="http://schemas.openxmlformats.org/officeDocument/2006/relationships" id="276" r:id="R3f3fc759933a417d"/>
    <p:sldId xmlns:r="http://schemas.openxmlformats.org/officeDocument/2006/relationships" id="277" r:id="R23e9d2aab6624331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f50acca3c44ad3" /><Relationship Type="http://schemas.openxmlformats.org/officeDocument/2006/relationships/slideMaster" Target="/ppt/slideMasters/slideMaster1.xml" Id="Rd90259263e414dbc" /><Relationship Type="http://schemas.openxmlformats.org/officeDocument/2006/relationships/notesMaster" Target="/ppt/notesMasters/notesMaster1.xml" Id="R3b1db0b7b06d4cdf" /><Relationship Type="http://schemas.openxmlformats.org/officeDocument/2006/relationships/presProps" Target="/ppt/presProps.xml" Id="Rb43bea82ca934902" /><Relationship Type="http://schemas.openxmlformats.org/officeDocument/2006/relationships/viewProps" Target="/ppt/viewProps.xml" Id="Rfca5ec91317f41e7" /><Relationship Type="http://schemas.openxmlformats.org/officeDocument/2006/relationships/tableStyles" Target="/ppt/tableStyles.xml" Id="R293e46be8c84464b" /><Relationship Type="http://schemas.openxmlformats.org/officeDocument/2006/relationships/slide" Target="/ppt/slides/slide1.xml" Id="R501d5af4efda49a3" /><Relationship Type="http://schemas.openxmlformats.org/officeDocument/2006/relationships/slide" Target="/ppt/slides/slide2.xml" Id="Rd57857b4bbbd4a24" /><Relationship Type="http://schemas.openxmlformats.org/officeDocument/2006/relationships/slide" Target="/ppt/slides/slide3.xml" Id="Rfd7896b067754432" /><Relationship Type="http://schemas.openxmlformats.org/officeDocument/2006/relationships/slide" Target="/ppt/slides/slide4.xml" Id="Rb246bead86b54d24" /><Relationship Type="http://schemas.openxmlformats.org/officeDocument/2006/relationships/slide" Target="/ppt/slides/slide5.xml" Id="R81029001399b4d9d" /><Relationship Type="http://schemas.openxmlformats.org/officeDocument/2006/relationships/slide" Target="/ppt/slides/slide6.xml" Id="R7877b6e22c7a47ff" /><Relationship Type="http://schemas.openxmlformats.org/officeDocument/2006/relationships/slide" Target="/ppt/slides/slide7.xml" Id="R4c14727e369d4401" /><Relationship Type="http://schemas.openxmlformats.org/officeDocument/2006/relationships/slide" Target="/ppt/slides/slide8.xml" Id="Rd0970cc2cfa14d36" /><Relationship Type="http://schemas.openxmlformats.org/officeDocument/2006/relationships/slide" Target="/ppt/slides/slide9.xml" Id="Rb0863b58142140b6" /><Relationship Type="http://schemas.openxmlformats.org/officeDocument/2006/relationships/slide" Target="/ppt/slides/slide10.xml" Id="R48a27ea2c238449c" /><Relationship Type="http://schemas.openxmlformats.org/officeDocument/2006/relationships/slide" Target="/ppt/slides/slide11.xml" Id="Rb7fdc7ca0ea44e22" /><Relationship Type="http://schemas.openxmlformats.org/officeDocument/2006/relationships/slide" Target="/ppt/slides/slide12.xml" Id="R25d525df45d34486" /><Relationship Type="http://schemas.openxmlformats.org/officeDocument/2006/relationships/slide" Target="/ppt/slides/slide13.xml" Id="Rffc6403293da4a8a" /><Relationship Type="http://schemas.openxmlformats.org/officeDocument/2006/relationships/slide" Target="/ppt/slides/slide14.xml" Id="R68f414ebfff642a8" /><Relationship Type="http://schemas.openxmlformats.org/officeDocument/2006/relationships/slide" Target="/ppt/slides/slide15.xml" Id="Rd670b14938ec4db6" /><Relationship Type="http://schemas.openxmlformats.org/officeDocument/2006/relationships/slide" Target="/ppt/slides/slide16.xml" Id="R5a344a145409400d" /><Relationship Type="http://schemas.openxmlformats.org/officeDocument/2006/relationships/slide" Target="/ppt/slides/slide17.xml" Id="R763daf07837a4c31" /><Relationship Type="http://schemas.openxmlformats.org/officeDocument/2006/relationships/slide" Target="/ppt/slides/slide18.xml" Id="R6e4e746be0a84269" /><Relationship Type="http://schemas.openxmlformats.org/officeDocument/2006/relationships/slide" Target="/ppt/slides/slide19.xml" Id="Rb8d05630c44f417e" /><Relationship Type="http://schemas.openxmlformats.org/officeDocument/2006/relationships/slide" Target="/ppt/slides/slide20.xml" Id="R759a9e3c69ce4e94" /><Relationship Type="http://schemas.openxmlformats.org/officeDocument/2006/relationships/slide" Target="/ppt/slides/slide21.xml" Id="R3f3fc759933a417d" /><Relationship Type="http://schemas.openxmlformats.org/officeDocument/2006/relationships/slide" Target="/ppt/slides/slide22.xml" Id="R23e9d2aab66243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e24f3ff3c944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a37ca630484efb" /><Relationship Type="http://schemas.openxmlformats.org/officeDocument/2006/relationships/notesMaster" Target="/ppt/notesMasters/notesMaster1.xml" Id="R7bc3e3f848d849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a312da095f49cf" /><Relationship Type="http://schemas.openxmlformats.org/officeDocument/2006/relationships/notesMaster" Target="/ppt/notesMasters/notesMaster1.xml" Id="R99b9fe8deb844c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ca6a3a125249a5" /><Relationship Type="http://schemas.openxmlformats.org/officeDocument/2006/relationships/notesMaster" Target="/ppt/notesMasters/notesMaster1.xml" Id="R7167add465f542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876875d7db40a9" /><Relationship Type="http://schemas.openxmlformats.org/officeDocument/2006/relationships/notesMaster" Target="/ppt/notesMasters/notesMaster1.xml" Id="R1f2215a8f57947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c89048e18149e9" /><Relationship Type="http://schemas.openxmlformats.org/officeDocument/2006/relationships/notesMaster" Target="/ppt/notesMasters/notesMaster1.xml" Id="Re04e2839ca994a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3c20f8b29042d9" /><Relationship Type="http://schemas.openxmlformats.org/officeDocument/2006/relationships/notesMaster" Target="/ppt/notesMasters/notesMaster1.xml" Id="Rf4f71a9589cf4a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d3488ee95484ae8" /><Relationship Type="http://schemas.openxmlformats.org/officeDocument/2006/relationships/notesMaster" Target="/ppt/notesMasters/notesMaster1.xml" Id="Re62fd43f5e4443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ae16d608784fdd" /><Relationship Type="http://schemas.openxmlformats.org/officeDocument/2006/relationships/notesMaster" Target="/ppt/notesMasters/notesMaster1.xml" Id="R5a63a36193a649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708c0b43464948" /><Relationship Type="http://schemas.openxmlformats.org/officeDocument/2006/relationships/notesMaster" Target="/ppt/notesMasters/notesMaster1.xml" Id="Rcb5866e102a3418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a8cdf4ab256408f" /><Relationship Type="http://schemas.openxmlformats.org/officeDocument/2006/relationships/notesMaster" Target="/ppt/notesMasters/notesMaster1.xml" Id="R9e31967c95d1484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73289f48e404700" /><Relationship Type="http://schemas.openxmlformats.org/officeDocument/2006/relationships/notesMaster" Target="/ppt/notesMasters/notesMaster1.xml" Id="R5d00bde28876439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e6e75024cef4cd8" /><Relationship Type="http://schemas.openxmlformats.org/officeDocument/2006/relationships/notesMaster" Target="/ppt/notesMasters/notesMaster1.xml" Id="Rf59d4c99f1764ee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7bae31193544ca3" /><Relationship Type="http://schemas.openxmlformats.org/officeDocument/2006/relationships/notesMaster" Target="/ppt/notesMasters/notesMaster1.xml" Id="R80ca8ab8aad2429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4ed1d630894009" /><Relationship Type="http://schemas.openxmlformats.org/officeDocument/2006/relationships/notesMaster" Target="/ppt/notesMasters/notesMaster1.xml" Id="R5ebd5f87ad72486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65a3f2a8d5a4c45" /><Relationship Type="http://schemas.openxmlformats.org/officeDocument/2006/relationships/notesMaster" Target="/ppt/notesMasters/notesMaster1.xml" Id="Re89b1c38a4304fb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daa56ffa6a04e63" /><Relationship Type="http://schemas.openxmlformats.org/officeDocument/2006/relationships/notesMaster" Target="/ppt/notesMasters/notesMaster1.xml" Id="R380e60d1ca2d449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653c325eee74d63" /><Relationship Type="http://schemas.openxmlformats.org/officeDocument/2006/relationships/notesMaster" Target="/ppt/notesMasters/notesMaster1.xml" Id="R10b039b91d56403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3ca54b5f8c4e22" /><Relationship Type="http://schemas.openxmlformats.org/officeDocument/2006/relationships/notesMaster" Target="/ppt/notesMasters/notesMaster1.xml" Id="R2986069d28ed471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cc25a56feec4d37" /><Relationship Type="http://schemas.openxmlformats.org/officeDocument/2006/relationships/notesMaster" Target="/ppt/notesMasters/notesMaster1.xml" Id="Rb193ba572c1f48c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c6055b6781b4aab" /><Relationship Type="http://schemas.openxmlformats.org/officeDocument/2006/relationships/notesMaster" Target="/ppt/notesMasters/notesMaster1.xml" Id="Rd0bcdde4ea8c424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d75ac89ba5b4243" /><Relationship Type="http://schemas.openxmlformats.org/officeDocument/2006/relationships/notesMaster" Target="/ppt/notesMasters/notesMaster1.xml" Id="R2ebb13d1eb8b4b1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08e6a65bef14562" /><Relationship Type="http://schemas.openxmlformats.org/officeDocument/2006/relationships/notesMaster" Target="/ppt/notesMasters/notesMaster1.xml" Id="R3add5da5b11647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ebc3aef1c7486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ba5d2578ca403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c2fd68ae9d49e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0d8a6644a940d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d2ca9905f0483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6156002f2e4a4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cf3eb4dc0f489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3b90af43d94ab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4310ccba54d4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dac429ee3047c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009c93c11c47b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5B7FFB-D0EF-49A6-B0F7-9241257B435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C863280-F4E6-488C-B302-544E702A4EB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BCB60D-0CFA-45A9-B3E1-09AC743C68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5077C27-D995-4AA1-9184-2204E878A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B64433D-A195-4107-801F-449C5657AF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960A17A-8D5C-446D-863A-CC8552C7A6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343817-7A70-4AE5-813B-77BC8C9C774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120EE3F-2E30-4452-A9C4-3D7BD92C89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4839B5-34D1-48D7-8273-3405626059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D4BDAA-47E0-4EEB-8DE3-79CECDF8BF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9B9457-E3D5-4430-B76A-8245185884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BBF88E3-200C-463E-8556-C820366751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F46259-C020-4AD2-BFE3-4C327E8B89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FA4AE0C-546D-4304-85A4-EC55324FB5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575ACD-790C-48C4-8253-6D453B0059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CE9F23-97FE-404C-8369-8FE6933E9C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81F898E-5519-4AC7-AC71-497758AECA0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6D6A071-FF56-4E02-9F2A-35101F58F8D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D7A17FD-687A-453C-BA98-4689B9530A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E50ADA2-47E1-4E6B-B5F9-F12BF9EA94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CC7F47E-08F5-4494-A1C8-948C3B9DE9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846C79-7F4A-42B3-B805-B1183BBF87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8F2C2A0-2172-490A-A06D-4356D25D33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7369ED2-C6F4-4229-8857-37457249581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98F5E1A-F5FA-49A2-952D-0D389A67760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17C4947-CC8A-48B2-96DB-DDC1AFB673EE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D9DFB3E-EDAC-488B-8129-F9E482C8F1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12D23FBB-21BD-4363-B7DC-1914220783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747A5D6-38C3-48AE-B801-0C25E8B7C9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4871176-EFCC-4927-BEEC-3D8D91665A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891DB07-2AE8-498C-AB4C-B6128CD078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BA326DA-BECF-482F-AA2A-B506FCD9EF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57E2553-D50C-458F-A675-2BD940DAEE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527DA9E-3855-42AF-BFF0-4309C54198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1ADB86-FB68-4F56-8CA9-CA79F8798E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94C00D0-2703-47CB-A633-9534F6544F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151928-46E5-426B-B776-54A01900DC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5B662C1-0169-4B8D-A55E-D00E159E229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221C1B-54B3-4D1A-A2E3-2BF65397DC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3962AC5-952F-40E6-B427-582A1E72A7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64C533C-01D4-427A-BA28-3E3CAD753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875C2D0-80F5-43EE-A518-985AD21261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6BC78A2-B957-4FCA-8ADD-6EBA73376E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3DF2508-6A3E-490F-BB92-FA89F9035E0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5FB9267-3704-4B7D-8484-D7C36AFB268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25A3402-E572-425E-A170-D32ABBF4DB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9E3419-6A59-4DD0-840A-5F27587BEA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921B713-E12B-4D96-9260-1B320F91CA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30DD142-AEEB-459A-8EE9-BBB7600135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4ED432-FDAB-4529-A57F-AF73C9850C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D0865C4-64F3-4E2B-933A-937513F09E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B9D99E-A59E-4819-9EED-853C76D828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3AE2E01-C457-462C-BED4-F65160F75D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AFC804E-23AB-4980-97BA-972340E12C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A197EFA-5734-495B-ACFD-7A8E1794DB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171337-77AB-4731-9C4B-9DB129A70FD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0499AF1-0775-4E15-956D-4E9CFE262F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57783B2-FB3D-46A4-9526-0220EC9BCD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f42f9f986249ef" /><Relationship Type="http://schemas.openxmlformats.org/officeDocument/2006/relationships/slideLayout" Target="/ppt/slideLayouts/slideLayout1.xml" Id="R6d9b3a15a2624bf2" /><Relationship Type="http://schemas.openxmlformats.org/officeDocument/2006/relationships/slideLayout" Target="/ppt/slideLayouts/slideLayout2.xml" Id="R68265c17042e42fd" /><Relationship Type="http://schemas.openxmlformats.org/officeDocument/2006/relationships/slideLayout" Target="/ppt/slideLayouts/slideLayout3.xml" Id="Rfdbf3352184d4cff" /><Relationship Type="http://schemas.openxmlformats.org/officeDocument/2006/relationships/slideLayout" Target="/ppt/slideLayouts/slideLayout4.xml" Id="R72408dc3095f4ff7" /><Relationship Type="http://schemas.openxmlformats.org/officeDocument/2006/relationships/slideLayout" Target="/ppt/slideLayouts/slideLayout5.xml" Id="Rb25edeaf6bb04b33" /><Relationship Type="http://schemas.openxmlformats.org/officeDocument/2006/relationships/slideLayout" Target="/ppt/slideLayouts/slideLayout6.xml" Id="R004121949d894e2b" /><Relationship Type="http://schemas.openxmlformats.org/officeDocument/2006/relationships/slideLayout" Target="/ppt/slideLayouts/slideLayout7.xml" Id="Rfaa1261222114612" /><Relationship Type="http://schemas.openxmlformats.org/officeDocument/2006/relationships/slideLayout" Target="/ppt/slideLayouts/slideLayout8.xml" Id="Raea3a1e2d55e49e9" /><Relationship Type="http://schemas.openxmlformats.org/officeDocument/2006/relationships/slideLayout" Target="/ppt/slideLayouts/slideLayout9.xml" Id="R1dcf7c3c4df74810" /><Relationship Type="http://schemas.openxmlformats.org/officeDocument/2006/relationships/slideLayout" Target="/ppt/slideLayouts/slideLayout10.xml" Id="Rbd311eb839cd40ed" /><Relationship Type="http://schemas.openxmlformats.org/officeDocument/2006/relationships/slideLayout" Target="/ppt/slideLayouts/slideLayout11.xml" Id="R430dedcbd7344c7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7DF12AB-D1D3-4CFA-A010-7ACAF97E45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185FE6-D80F-42E1-BBC3-DA05F8736D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8302877-7715-4683-8A2E-8D310331F03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E63998B-B2D3-440D-ADCF-B0C040881C2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876D8F-5D26-4076-8DD6-FED56066BAB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9b3a15a2624bf2"/>
    <p:sldLayoutId xmlns:r="http://schemas.openxmlformats.org/officeDocument/2006/relationships" id="2147483650" r:id="R68265c17042e42fd"/>
    <p:sldLayoutId xmlns:r="http://schemas.openxmlformats.org/officeDocument/2006/relationships" id="2147483651" r:id="Rfdbf3352184d4cff"/>
    <p:sldLayoutId xmlns:r="http://schemas.openxmlformats.org/officeDocument/2006/relationships" id="2147483652" r:id="R72408dc3095f4ff7"/>
    <p:sldLayoutId xmlns:r="http://schemas.openxmlformats.org/officeDocument/2006/relationships" id="2147483653" r:id="Rb25edeaf6bb04b33"/>
    <p:sldLayoutId xmlns:r="http://schemas.openxmlformats.org/officeDocument/2006/relationships" id="2147483654" r:id="R004121949d894e2b"/>
    <p:sldLayoutId xmlns:r="http://schemas.openxmlformats.org/officeDocument/2006/relationships" id="2147483655" r:id="Rfaa1261222114612"/>
    <p:sldLayoutId xmlns:r="http://schemas.openxmlformats.org/officeDocument/2006/relationships" id="2147483656" r:id="Raea3a1e2d55e49e9"/>
    <p:sldLayoutId xmlns:r="http://schemas.openxmlformats.org/officeDocument/2006/relationships" id="2147483657" r:id="R1dcf7c3c4df74810"/>
    <p:sldLayoutId xmlns:r="http://schemas.openxmlformats.org/officeDocument/2006/relationships" id="2147483658" r:id="Rbd311eb839cd40ed"/>
    <p:sldLayoutId xmlns:r="http://schemas.openxmlformats.org/officeDocument/2006/relationships" id="2147483659" r:id="R430dedcbd7344c79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478722288845f8" /><Relationship Type="http://schemas.openxmlformats.org/officeDocument/2006/relationships/notesSlide" Target="/ppt/notesSlides/notesSlide1.xml" Id="R8d67a3af068f4d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15ae5997a24a4c" /><Relationship Type="http://schemas.openxmlformats.org/officeDocument/2006/relationships/notesSlide" Target="/ppt/notesSlides/notesSlide2.xml" Id="Re4b0e4e0562847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162988ce154791" /><Relationship Type="http://schemas.openxmlformats.org/officeDocument/2006/relationships/notesSlide" Target="/ppt/notesSlides/notesSlide3.xml" Id="Rabab335804f44d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dbfd8d50a94a33" /><Relationship Type="http://schemas.openxmlformats.org/officeDocument/2006/relationships/image" Target="/ppt/media/image.png" Id="Rd09ac3903f40470c" /><Relationship Type="http://schemas.openxmlformats.org/officeDocument/2006/relationships/notesSlide" Target="/ppt/notesSlides/notesSlide4.xml" Id="Rd929623cb8504a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da01e8035e4e11" /><Relationship Type="http://schemas.openxmlformats.org/officeDocument/2006/relationships/image" Target="/ppt/media/image2.png" Id="R817b0c6e68164343" /><Relationship Type="http://schemas.openxmlformats.org/officeDocument/2006/relationships/notesSlide" Target="/ppt/notesSlides/notesSlide5.xml" Id="Re3d30623aa364e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06b44221b0a4259" /><Relationship Type="http://schemas.openxmlformats.org/officeDocument/2006/relationships/image" Target="/ppt/media/image3.png" Id="R153cca25451d486f" /><Relationship Type="http://schemas.openxmlformats.org/officeDocument/2006/relationships/notesSlide" Target="/ppt/notesSlides/notesSlide6.xml" Id="R7fa7e8e7630c4a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6462bcd59043f4" /><Relationship Type="http://schemas.openxmlformats.org/officeDocument/2006/relationships/image" Target="/ppt/media/image.gif" Id="R8ff7deeb46d64575" /><Relationship Type="http://schemas.openxmlformats.org/officeDocument/2006/relationships/notesSlide" Target="/ppt/notesSlides/notesSlide7.xml" Id="R144cf88e41cc47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76a7a14cbe4866" /><Relationship Type="http://schemas.openxmlformats.org/officeDocument/2006/relationships/image" Target="/ppt/media/image2.gif" Id="R849da6020c584f93" /><Relationship Type="http://schemas.openxmlformats.org/officeDocument/2006/relationships/notesSlide" Target="/ppt/notesSlides/notesSlide8.xml" Id="R1c24ebff1c1b4a2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3654a65c4f4e15" /><Relationship Type="http://schemas.openxmlformats.org/officeDocument/2006/relationships/image" Target="/ppt/media/image4.png" Id="Rb2804ebe98c64cf1" /><Relationship Type="http://schemas.openxmlformats.org/officeDocument/2006/relationships/notesSlide" Target="/ppt/notesSlides/notesSlide9.xml" Id="R8f5aa3e354f24a9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239e05831964d4e" /><Relationship Type="http://schemas.openxmlformats.org/officeDocument/2006/relationships/image" Target="/ppt/media/image3.gif" Id="Rb2fc3d47c0134b89" /><Relationship Type="http://schemas.openxmlformats.org/officeDocument/2006/relationships/notesSlide" Target="/ppt/notesSlides/notesSlide10.xml" Id="R2923e9f31e2949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9172d0781246a3" /><Relationship Type="http://schemas.openxmlformats.org/officeDocument/2006/relationships/image" Target="/ppt/media/image5.png" Id="Rac3c6af6c03d4b21" /><Relationship Type="http://schemas.openxmlformats.org/officeDocument/2006/relationships/notesSlide" Target="/ppt/notesSlides/notesSlide11.xml" Id="R312fe5073dfb41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91b6f9bbfa4688" /><Relationship Type="http://schemas.openxmlformats.org/officeDocument/2006/relationships/image" Target="/ppt/media/image6.png" Id="R3c25331c52214856" /><Relationship Type="http://schemas.openxmlformats.org/officeDocument/2006/relationships/notesSlide" Target="/ppt/notesSlides/notesSlide12.xml" Id="Rd81845299b32401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42bb1228634469" /><Relationship Type="http://schemas.openxmlformats.org/officeDocument/2006/relationships/notesSlide" Target="/ppt/notesSlides/notesSlide13.xml" Id="Rd0d56b7e7100457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abd724929e4bdb" /><Relationship Type="http://schemas.openxmlformats.org/officeDocument/2006/relationships/image" Target="/ppt/media/image7.png" Id="Rceaddbfc31a94a86" /><Relationship Type="http://schemas.openxmlformats.org/officeDocument/2006/relationships/image" Target="/ppt/media/image8.png" Id="R9229604775d84750" /><Relationship Type="http://schemas.openxmlformats.org/officeDocument/2006/relationships/notesSlide" Target="/ppt/notesSlides/notesSlide14.xml" Id="R999d21d2e79f4da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d2bf3330ba4647" /><Relationship Type="http://schemas.openxmlformats.org/officeDocument/2006/relationships/image" Target="/ppt/media/image4.gif" Id="R4f699f69393f43d9" /><Relationship Type="http://schemas.openxmlformats.org/officeDocument/2006/relationships/notesSlide" Target="/ppt/notesSlides/notesSlide15.xml" Id="Rd2736ffab96b48f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259e84154f4e2b" /><Relationship Type="http://schemas.openxmlformats.org/officeDocument/2006/relationships/notesSlide" Target="/ppt/notesSlides/notesSlide16.xml" Id="Rce96c72fa85b405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c8e1e4ded5e41d5" /><Relationship Type="http://schemas.openxmlformats.org/officeDocument/2006/relationships/notesSlide" Target="/ppt/notesSlides/notesSlide17.xml" Id="R9b264b779d0d4a1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5989d78f0344da" /><Relationship Type="http://schemas.openxmlformats.org/officeDocument/2006/relationships/image" Target="/ppt/media/image5.gif" Id="R82ceac209eeb4204" /><Relationship Type="http://schemas.openxmlformats.org/officeDocument/2006/relationships/notesSlide" Target="/ppt/notesSlides/notesSlide18.xml" Id="R62e4b6e8e9ba432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5a8180e9ef4b76" /><Relationship Type="http://schemas.openxmlformats.org/officeDocument/2006/relationships/notesSlide" Target="/ppt/notesSlides/notesSlide19.xml" Id="R25d13746dc6542d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2dc497563f415b" /><Relationship Type="http://schemas.openxmlformats.org/officeDocument/2006/relationships/image" Target="/ppt/media/image9.png" Id="R6c57b088fe254e69" /><Relationship Type="http://schemas.openxmlformats.org/officeDocument/2006/relationships/notesSlide" Target="/ppt/notesSlides/notesSlide20.xml" Id="R901936a0c8dd49f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5e5e726be940a8" /><Relationship Type="http://schemas.openxmlformats.org/officeDocument/2006/relationships/notesSlide" Target="/ppt/notesSlides/notesSlide21.xml" Id="Rfe26ebbc38cd413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d08bd227b54d1b" /><Relationship Type="http://schemas.openxmlformats.org/officeDocument/2006/relationships/notesSlide" Target="/ppt/notesSlides/notesSlide22.xml" Id="R9fe63c6eb0e245f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A10582-786D-4036-8169-99A3F7B7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31720"/>
            <a:ext cx="12191695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44E759C-E3C6-457A-9F89-2658F6AB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051560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44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From Data to Decisions Under Uncertainty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1CACD38-E780-4201-8D58-4C511E73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977639"/>
            <a:ext cx="10515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200" b="1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ME 323 Module 1 — Lecture 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DE8B7A3-0272-47FB-9B2E-9AB3714D5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09160"/>
            <a:ext cx="10515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A model that learns from sparse data and tells you how much it does not know.
Flow and examples adapted from Prof. Bilionis's data-science lecturebook.</a:t>
            </a:r>
          </a:p>
        </p:txBody>
      </p:sp>
    </p:spTree>
    <p:extLst>
      <p:ext uri="{BB962C8B-B14F-4D97-AF65-F5344CB8AC3E}">
        <p14:creationId xmlns:p14="http://schemas.microsoft.com/office/powerpoint/2010/main" val="9170335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E21096-E9C8-4FB5-809E-79E56D07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Where Pre-lab 1 left you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6DD5F99-5CA7-4933-BE80-3D9DC8D4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7E950AB-2AF0-41A0-BFEC-BA9477C1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You coded three capacity branches — flexural yield, junction shear-flow separation, LTB — calibrated (sigma_y, k, tau_i), and took the minimum: one capacity number per design.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The parity plot showed where that number holds and where it misses.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Your optimizer picked b = 1.10, H_web = 13.25 mm: predicted 48.7 N/g. Staff queried the ground truth model — a frozen model fit to a prior campaign of real bend tests, standing in for the testing machine — and it returned </a:t>
            </a: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475.7 N = 37.48 N/g</a:t>
            </a: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on the estimated-mass basis. There all three mode capacities tie within ~1%, so the 'LTB' proxy is a knife-edge call.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20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physics gave you a point estimate sitting on a mode boundary, the region where you trust it least. Today's tool adds what is missing: a statement of confidence.</a:t>
            </a:r>
          </a:p>
        </p:txBody>
      </p:sp>
    </p:spTree>
    <p:extLst>
      <p:ext uri="{BB962C8B-B14F-4D97-AF65-F5344CB8AC3E}">
        <p14:creationId xmlns:p14="http://schemas.microsoft.com/office/powerpoint/2010/main" val="8449507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3F1D41B-6D5A-4B74-ADDB-CD57E6CB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You already have most of this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52B640-3651-4001-9AF2-7D443D30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FD3E1DD-CA60-4307-83E1-9BF407E7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20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From ME 239: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Bayes' rule, Gaussian distribution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Multivariate Gaussian and covariance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Conditioning a Gaussian on data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20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New today, but only one step past 239: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Gaussian Process; acquisition functions (Bayesian optimization)</a:t>
            </a:r>
          </a:p>
        </p:txBody>
      </p:sp>
    </p:spTree>
    <p:extLst>
      <p:ext uri="{BB962C8B-B14F-4D97-AF65-F5344CB8AC3E}">
        <p14:creationId xmlns:p14="http://schemas.microsoft.com/office/powerpoint/2010/main" val="20659110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A4798-833A-4B36-AEB6-57849711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Bayes, in one line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54A90DC-A53B-404D-9A33-910E57DB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9ac3903f4047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52447" y="2011680"/>
            <a:ext cx="8686800" cy="917044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60309D9-D0C3-4865-9F7A-C59CE3BC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385924"/>
            <a:ext cx="10058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10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You start with a belief about beam strength. You test a beam. You update the belief.</a:t>
            </a:r>
          </a:p>
          <a:p xmlns:a="http://schemas.openxmlformats.org/drawingml/2006/main">
            <a:pPr algn="ctr">
              <a:spcAft>
                <a:spcPts val="10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Carry a distribution over the unknown strength surface, not a single guess.</a:t>
            </a:r>
          </a:p>
          <a:p xmlns:a="http://schemas.openxmlformats.org/drawingml/2006/main">
            <a:pPr algn="ctr">
              <a:spcAft>
                <a:spcPts val="10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Every slide that follows is this line, applied to beams.</a:t>
            </a:r>
          </a:p>
        </p:txBody>
      </p:sp>
    </p:spTree>
    <p:extLst>
      <p:ext uri="{BB962C8B-B14F-4D97-AF65-F5344CB8AC3E}">
        <p14:creationId xmlns:p14="http://schemas.microsoft.com/office/powerpoint/2010/main" val="14113178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2E4430-EB9D-47E9-988A-68B8A7BB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A Gaussian is a belief about one beam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FBD8E11-CEDA-402B-8863-E1CB5C9DC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7b0c6e681643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95372" y="1371600"/>
            <a:ext cx="7600950" cy="43434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9907B24-3DC8-41FE-843D-80C4A6B1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88152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15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Where does 3% come from? Four repeat prints at (1.3, 12.8) spanned 548.6-566.1 N; pooled over all repeats the scatter runs ~4.4% with session/printer structure. 3% is the stated class working value.</a:t>
            </a:r>
          </a:p>
        </p:txBody>
      </p:sp>
    </p:spTree>
    <p:extLst>
      <p:ext uri="{BB962C8B-B14F-4D97-AF65-F5344CB8AC3E}">
        <p14:creationId xmlns:p14="http://schemas.microsoft.com/office/powerpoint/2010/main" val="6557194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A2F48E9-6070-4346-AD0D-84AF4BE1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Two beams at once: covariance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6A80985-019B-4BCD-A959-FB846CE0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3cca25451d48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47401" y="1371600"/>
            <a:ext cx="9696893" cy="43434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EE90A39-1989-42EC-98CB-B3DDBBE9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88152"/>
            <a:ext cx="10607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Nearby designs share material, geometry, and physics, so their strengths move together.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66959D5-70D0-40A7-8F03-DA23C408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45352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15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The covariance matrix writes that down. This is the piece the GP is built on.</a:t>
            </a:r>
          </a:p>
        </p:txBody>
      </p:sp>
    </p:spTree>
    <p:extLst>
      <p:ext uri="{BB962C8B-B14F-4D97-AF65-F5344CB8AC3E}">
        <p14:creationId xmlns:p14="http://schemas.microsoft.com/office/powerpoint/2010/main" val="18424463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A036A85-2BAD-49A3-8F8B-238BBF39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Conditioning: measure one, update the other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3DCB90F-6487-4708-824F-8F405DF6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f7deeb46d645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05763" y="1371600"/>
            <a:ext cx="9980168" cy="43434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BD49628-5935-4B78-BD67-033186C7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88152"/>
            <a:ext cx="10607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Measure beam A and the joint Gaussian conditions: belief about B shifts and tightens.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540D90D-7969-4190-AC96-72AD710E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45352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15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You did this algebra in ME 239. Everything today is this move, repeated.  (animated in slideshow)</a:t>
            </a:r>
          </a:p>
        </p:txBody>
      </p:sp>
    </p:spTree>
    <p:extLst>
      <p:ext uri="{BB962C8B-B14F-4D97-AF65-F5344CB8AC3E}">
        <p14:creationId xmlns:p14="http://schemas.microsoft.com/office/powerpoint/2010/main" val="5061096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C1277C-65B4-421A-92AB-26B089C1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A function is a long Gaussian vector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35E6401-638F-420D-A869-9FF114C2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da6020c584f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57494" y="1371600"/>
            <a:ext cx="7676706" cy="43434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7826B92-3850-48D2-970F-9405B337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88152"/>
            <a:ext cx="10607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Strength at 2 designs is a 2D Gaussian; at 120 designs, a 120-D Gaussian. Connect the dots and it is a function.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8DF7602-8EAD-459B-9782-3D672310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45352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15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A kernel fills in the covariances: nearby beams correlate, distant ones do not.  (animated in slideshow)</a:t>
            </a:r>
          </a:p>
        </p:txBody>
      </p:sp>
    </p:spTree>
    <p:extLst>
      <p:ext uri="{BB962C8B-B14F-4D97-AF65-F5344CB8AC3E}">
        <p14:creationId xmlns:p14="http://schemas.microsoft.com/office/powerpoint/2010/main" val="13995902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D965518-845F-422B-828F-80578257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A Gaussian Process, before and after data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D71453C-7A90-4C99-B115-9F99C529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804ebe98c64c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3363" y="1371600"/>
            <a:ext cx="10504967" cy="43434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33050D-755F-4C0A-BCE0-9DECDBCB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88152"/>
            <a:ext cx="10607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Before data the kernel proposes candidate curves; each test kills the ones that disagree.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46737DE-D2D3-4875-9A69-B13B6C7C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45352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15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The module models log(str/w): exp(mu_log) is the posterior median in N/g; the band is conditional uncertainty.</a:t>
            </a:r>
          </a:p>
        </p:txBody>
      </p:sp>
    </p:spTree>
    <p:extLst>
      <p:ext uri="{BB962C8B-B14F-4D97-AF65-F5344CB8AC3E}">
        <p14:creationId xmlns:p14="http://schemas.microsoft.com/office/powerpoint/2010/main" val="8345310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0480D3E-AE49-4C84-B30C-7EC125F1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Watch it learn, one beam at a time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EF972D-12C1-4590-A377-A5466E3F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c3d47c0134b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33399" y="1371600"/>
            <a:ext cx="6524897" cy="43434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B53B656-7476-4CC5-AD73-A114DAFF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88152"/>
            <a:ext cx="10607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band collapses where beams land and stays wide where nothing has been tested.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4CDACF-B4CF-4022-B8F7-FD7ED85D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45352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15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Earlier span-200 campaign; rebuilt from the new 44-beam dataset when testing finishes.  (animated in slideshow)</a:t>
            </a:r>
          </a:p>
        </p:txBody>
      </p:sp>
    </p:spTree>
    <p:extLst>
      <p:ext uri="{BB962C8B-B14F-4D97-AF65-F5344CB8AC3E}">
        <p14:creationId xmlns:p14="http://schemas.microsoft.com/office/powerpoint/2010/main" val="7436886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B1332FF-5C25-4561-93A3-E5F81DAD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kernel is a modeling choice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4AFA4E-1060-497C-8F79-081A54A9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3c6af6c03d4b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2327" y="1371600"/>
            <a:ext cx="10607040" cy="3383279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FFCB582-47C9-4F02-8A27-F631BE8C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28031"/>
            <a:ext cx="10607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length scale answers: how far does one test's influence reach?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06F922-3698-4FBC-9905-1490979D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85231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15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No single right answer; there are defensible and indefensible ones.</a:t>
            </a:r>
          </a:p>
        </p:txBody>
      </p:sp>
    </p:spTree>
    <p:extLst>
      <p:ext uri="{BB962C8B-B14F-4D97-AF65-F5344CB8AC3E}">
        <p14:creationId xmlns:p14="http://schemas.microsoft.com/office/powerpoint/2010/main" val="6374907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86A04E-7156-4CA1-AAB1-DB743905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So is the noise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230B1E5-6D55-4575-9AAF-6D91EE73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25331c522148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2327" y="1371600"/>
            <a:ext cx="10607040" cy="3383279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6065EDF-EF59-4F89-B2F0-9C6682F3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28031"/>
            <a:ext cx="10607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We assume 3% as the class working value. Pre-lab 2 refits at 1%, 3%, and 10%.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CD6E9EB-6074-429E-A41F-C83342D5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85231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15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The recommendation moves: 1% picks (1.58, 14.88); 3% and 10% pick (1.00, 13.39). The design choice is assumption-sensitive.</a:t>
            </a:r>
          </a:p>
        </p:txBody>
      </p:sp>
    </p:spTree>
    <p:extLst>
      <p:ext uri="{BB962C8B-B14F-4D97-AF65-F5344CB8AC3E}">
        <p14:creationId xmlns:p14="http://schemas.microsoft.com/office/powerpoint/2010/main" val="16431907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2869FA1-F6F4-4374-AA0E-C3C791F1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Epistemic and aleatory uncertainty do different jobs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49F349C-2AEC-456F-BC8B-CB468272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9A3325B-01F1-48CB-9853-54EDA9B6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Epistemic: uncertainty about the latent surface because tests are sparse. Informative beams can reduce it.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Aleatory: print-to-print and test-to-test scatter at one nominal design. Another location does not remove it.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For one future observation in log space: sigma_total = sqrt(sigma_epi^2 + r^2), with r = 0.03.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20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MUI and EI use epistemic sigma because they value learnable uncertainty. A reliability bound for one future printed beam uses total sigma.</a:t>
            </a:r>
          </a:p>
        </p:txBody>
      </p:sp>
    </p:spTree>
    <p:extLst>
      <p:ext uri="{BB962C8B-B14F-4D97-AF65-F5344CB8AC3E}">
        <p14:creationId xmlns:p14="http://schemas.microsoft.com/office/powerpoint/2010/main" val="204262514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50C2872-9435-4052-8A02-01F0695F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Explore vs exploit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8B186A0-201A-42AB-B2DA-DE32A052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1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ddbfc31a94a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98283" y="1371600"/>
            <a:ext cx="4995128" cy="777240"/>
          </a:xfrm>
          <a:prstGeom xmlns:a="http://schemas.openxmlformats.org/drawingml/2006/main" prst="rect">
            <a:avLst/>
          </a:prstGeom>
        </p:spPr>
      </p:pic>
      <p:pic>
        <p:nvPicPr>
          <p:cNvPr id="12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29604775d8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00050" y="2286000"/>
            <a:ext cx="4591594" cy="3383280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989C268-6B79-4AAA-A964-C14B4354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42432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15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Exploit: test where the posterior median is highest. Explore: test where epistemic uncertainty is widest. MUI (maximum upper interval) uses latent log space.</a:t>
            </a:r>
          </a:p>
        </p:txBody>
      </p:sp>
    </p:spTree>
    <p:extLst>
      <p:ext uri="{BB962C8B-B14F-4D97-AF65-F5344CB8AC3E}">
        <p14:creationId xmlns:p14="http://schemas.microsoft.com/office/powerpoint/2010/main" val="15763132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37BD6E-74EB-44DE-854E-73134BA1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loop: Bayesian optimization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409518A-CE9B-406C-80B9-F8308C12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699f69393f43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50171" y="1371600"/>
            <a:ext cx="5691351" cy="43434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902B1CE-90A7-4482-AB51-4BFE6C58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88152"/>
            <a:ext cx="10607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Fit, pick the acquisition argmax, test, refit. It probes the thin-web corner once, learns the dip, settles on the peak.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B49DC6C-DA87-490D-8E99-E9C57ECD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45352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15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Seven tests, no gradient, no formula for the dip.  (animated in slideshow)</a:t>
            </a:r>
          </a:p>
        </p:txBody>
      </p:sp>
    </p:spTree>
    <p:extLst>
      <p:ext uri="{BB962C8B-B14F-4D97-AF65-F5344CB8AC3E}">
        <p14:creationId xmlns:p14="http://schemas.microsoft.com/office/powerpoint/2010/main" val="17903172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82C1936-33C4-475A-A788-1C8FCB25C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Expected Improvement, the other dial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228C66-72E0-4927-B759-C79B55298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229D2A2-00A8-449D-9414-A90FADF8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21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EI asks: by how much would a new test beat the best beam so far, on average?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accounts for both latent mean mu and epistemic uncertainty sigma, like MUI,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but weighs improvement, so it stops caring about regions that cannot win,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and it has its own dial, xi: an improvement threshold. xi = 0 lets the probabilities trade on their own; larger xi counts only wins that clear the incumbent by that margin, pushing exploration.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21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MUI and EI can point at different next beams. The choice encodes your appetite for risk; Pre-lab 2 has you code both.</a:t>
            </a:r>
          </a:p>
        </p:txBody>
      </p:sp>
    </p:spTree>
    <p:extLst>
      <p:ext uri="{BB962C8B-B14F-4D97-AF65-F5344CB8AC3E}">
        <p14:creationId xmlns:p14="http://schemas.microsoft.com/office/powerpoint/2010/main" val="19818074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87E6DF3-AF8F-4EDE-BB7F-F569C912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Zoom out: spending a test budget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340DE2D-1A5C-485F-9184-A153E599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D254772-9967-446D-AB77-CAD8BBC1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21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Each print-and-test costs a machine slot, a test engineer hour, and days of queue. The class gets two ground-truth queries — answered by the frozen staff model, cheap because the prior campaign already paid for that information — and each group gets one real print.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21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Optimal experimental design is the batch version of the acquisition question: given N tests, which set teaches the most or finds the best fastest?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21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Choosing the next test is the engineering decision.</a:t>
            </a:r>
          </a:p>
        </p:txBody>
      </p:sp>
    </p:spTree>
    <p:extLst>
      <p:ext uri="{BB962C8B-B14F-4D97-AF65-F5344CB8AC3E}">
        <p14:creationId xmlns:p14="http://schemas.microsoft.com/office/powerpoint/2010/main" val="58386991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3D85905-1577-4A6C-9333-763F638B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Physics-informed GP: the two tracks meet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75A2291-A6E0-450F-A388-4E8AB818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ceac209eeb42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593105" y="1371600"/>
            <a:ext cx="7005483" cy="43434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23937A7-DCD5-4864-91AC-00B95E14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88152"/>
            <a:ext cx="10607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Plain GP sees only (b, H_web). Submission 1 lane C also sees log(P_phys) and P_LTB/P_bend from the calibrated three-branch capacity.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682270B-7B44-47C9-A3B3-309D4E8A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45352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15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Features sharpen the fit where their physics is useful; the separation branch carries one calibrated tau_i for an interface strength that scatters between sessions.  (animated in slideshow)</a:t>
            </a:r>
          </a:p>
        </p:txBody>
      </p:sp>
    </p:spTree>
    <p:extLst>
      <p:ext uri="{BB962C8B-B14F-4D97-AF65-F5344CB8AC3E}">
        <p14:creationId xmlns:p14="http://schemas.microsoft.com/office/powerpoint/2010/main" val="52430018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5B3B9B-F119-4C66-9178-6718B9BA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Two decisions are yours; the rest are stress tests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B32EA77-E8D8-4249-9EA9-4B7AD098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047C3A0-C0DA-4D9B-963E-4E04DABF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You will meet six modeling "knobs" in Submission 1. Do not treat them as six equal choices.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7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You own two decisions: the lane — how physics and data combine into one model — and the risk posture — how hard to chase predicted performance versus uncertainty.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7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The rest — kernel, noise, target scale — are stress tests. After you pick coordinates, swap the kernel and refit at 1% / 3% / 10% noise, and see whether your pick survives.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strong conclusion is not "we chose RBF and 3%." It is: "our exact optimum moves under reasonable assumptions, but every defensible model points at this neighborhood" — or, just as strong: "the recommendation is unstable, so we bought information instead of chasing the current maximum."</a:t>
            </a:r>
          </a:p>
        </p:txBody>
      </p:sp>
    </p:spTree>
    <p:extLst>
      <p:ext uri="{BB962C8B-B14F-4D97-AF65-F5344CB8AC3E}">
        <p14:creationId xmlns:p14="http://schemas.microsoft.com/office/powerpoint/2010/main" val="7143435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AC3D113-F152-4FC2-AE48-08B4A995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decision map: put both models on the same axes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0F5FC86-85DB-4C05-A7D4-021F089F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57b088fe254e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44613" y="1371600"/>
            <a:ext cx="5702467" cy="41148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81760DA-E2CC-4DFB-9956-27198344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59552"/>
            <a:ext cx="10607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Calibrated physics (with mode boundaries), GP posterior median, their disagreement, and epistemic sigma — tested beams on every panel. Submission 1 builds this with your knobs.</a:t>
            </a:r>
          </a:p>
        </p:txBody>
      </p:sp>
    </p:spTree>
    <p:extLst>
      <p:ext uri="{BB962C8B-B14F-4D97-AF65-F5344CB8AC3E}">
        <p14:creationId xmlns:p14="http://schemas.microsoft.com/office/powerpoint/2010/main" val="180347414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5A1449-C522-458E-ACD6-63F2DB8B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activity from here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6676EFC-8C00-4B10-B0EA-A29BC9B1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59041B8-D5A0-4E73-A84E-D7F68D356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Pre-lab 2: fit the GP, write MUI (and EI), work the noise assumption, find the GP-recommended beam.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Two queries: the class equation design and the class GP design go to the ground truth model — the same two beams for everyone. Only two.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Submission 1: combine physics, GP, and the two new points; pick the beam you will print; defend it in the memo.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Print, test, reflect, redesign: Submission 2 folds your own test result back into the model and asks what it changes.</a:t>
            </a:r>
          </a:p>
        </p:txBody>
      </p:sp>
    </p:spTree>
    <p:extLst>
      <p:ext uri="{BB962C8B-B14F-4D97-AF65-F5344CB8AC3E}">
        <p14:creationId xmlns:p14="http://schemas.microsoft.com/office/powerpoint/2010/main" val="181654272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4F0F0F1-6CA5-41B1-A913-2AA8222D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Before next time: Pre-lab 2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9E6783E-791C-4BEF-9E42-423184AB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7141CF9-4F4C-4641-8F4C-0C066806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20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In ME323_Module1_Prelab2_ML: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compare vanilla GP setups and read posterior median, epistemic uncertainty, and total predictive uncertainty,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write both MUI and EI,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refit under 1% / 3% / 10% noise and note what moves,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record the locked class design: b = 1.00 mm, H_web = 13.39 mm, </a:t>
            </a: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posterior median 36.7 N/g</a:t>
            </a:r>
            <a:r>
              <a:rPr sz="18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20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That beam is the class's second ground-truth query. Bring your rationale, not just the number.</a:t>
            </a:r>
          </a:p>
        </p:txBody>
      </p:sp>
    </p:spTree>
    <p:extLst>
      <p:ext uri="{BB962C8B-B14F-4D97-AF65-F5344CB8AC3E}">
        <p14:creationId xmlns:p14="http://schemas.microsoft.com/office/powerpoint/2010/main" val="81276862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2026-07-21T17:05:12.0650000Z</dcterms:created>
  <dcterms:modified xsi:type="dcterms:W3CDTF">2026-07-21T17:05:12.0650000Z</dcterms:modified>
</coreProperties>
</file>