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Designing a Beam Under Messy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Pick a 3D-printed I-beam that carries the most load per gram.
The equations give you a start. They will not give you the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Fixed: total height 18 mm, flange width 10 mm, test span 150 mm, printed length 172 mm, PLA.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You choose: web thickness b and web height H_web (which sets flange thickness).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Goal: maximize strength-to-weight.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Constraint you can't dodge: each print-and-test is slow and expensive, so you get very few.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i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7" y="137160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Why this is hard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Three things stand between you and a clean optimization: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Printed beams can fracture along the layer lines: the flange peels off the web at a printed interface whose strength appears in no handbook.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Lateral-torsional buckling depends on the fixture, not just the beam.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failure modes overlap. Real beams fail in mixed, progressive ways.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We will price the layer-line mode with one calibrated number — but that number drifts with print session and support condition, and the other two problems remain. The equations narrow the problem. They do not solve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Three modeled capacity branches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Bending: the beam yields in flexure.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Flange-web separation: the shear flow at the printed junction exceeds the layer-line bond strength.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Lateral-torsional buckling (LTB): the beam tips over sideways.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class capacity is the plain minimum of the three. The dominant-mode label is a model proxy, not proof of the observed fracture.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Bending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523" y="1371600"/>
            <a:ext cx="3932648" cy="777240"/>
          </a:xfrm>
          <a:prstGeom prst="rect">
            <a:avLst/>
          </a:prstGeom>
        </p:spPr>
      </p:pic>
      <p:pic>
        <p:nvPicPr>
          <p:cNvPr id="5" name="Picture 4" descr="fig_bending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254" y="2286000"/>
            <a:ext cx="60111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Why I-beams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x_integ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433" y="2011680"/>
            <a:ext cx="4612829" cy="15544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Bending strength is carried by I_x, and I_x counts each bit of area by the square of its distance from the neutral axis.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Material at the edges earns its mass; material near the center barely helps.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So put the mass in flanges far out, top and bottom. The web holds them apart (sets the lever arm) and carries the shear.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Maximize I_x per gram: that is the strength-to-weight game this module plays.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Same mass, more stiffness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why_ib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1371600"/>
            <a:ext cx="868680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Three sections of equal area. Relocating the same material to the flanges multiplies I_x.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Even against a solid bar of the same height, the I-beam wins: its mass sits at the extreme fibers.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I-beam logic says: thinner web, taller section, mass pushed outward.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Push too far and you wake the other two modes: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 flange-web junction too thin to carry the shear flow — the printed layer-line bond lets go,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 section too tall and narrow, which tips over (LTB) before it ever yields.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efficient shape and the failure modes pull against each other. That tension is the design problem.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Flange-web separation: shear flow at the printed junction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p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371600"/>
            <a:ext cx="6217920" cy="777240"/>
          </a:xfrm>
          <a:prstGeom prst="rect">
            <a:avLst/>
          </a:prstGeom>
        </p:spPr>
      </p:pic>
      <p:pic>
        <p:nvPicPr>
          <p:cNvPr id="5" name="Picture 4" descr="fig_shear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501" y="2286000"/>
            <a:ext cx="5438692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3387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Every observed shear-type failure is a flange peeling off the web. The stress on that plane is the classic built-up-beam shear flow (V = P/2).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What the separation check assumes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stress measure is textbook mechanics — the same glue-line check used for any built-up member.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strength side is not: tau_i is the bond strength along the printed layer lines, weaker than the bulk plastic, listed in no handbook.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Pre-lab 1 starts it at the bulk guess sigma_y/sqrt(3) = 43.9 MPa and calibrates it from the data — it lands near 18 MPa, and it drifts with print session and support condition.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check predicts a capacity trend on one candidate plane. It is a dominant-mode proxy, not a fracture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Fracture vs yield, on the test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brittle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664" y="1371600"/>
            <a:ext cx="6798365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Same fixture, same material. Thin webs shed the load in one drop; thicker webs plateau.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equation on the previous slides distinguishes these two endings.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Lateral-torsional buckling: 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953" y="2011680"/>
            <a:ext cx="5975789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A tall, thin-flanged beam does not yield in place. It rolls sideways and twists at a load below its bending strength — a stability failure, not a strength one.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elastic critical moment, in the Eurocode C1/C2 closed form (Timoshenko elastic-stability theory).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next four slides open up every symbol, because LTB decides your optimum and rests on the most assumptions.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critical moment, term by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34" y="2011680"/>
            <a:ext cx="6191025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Under the root, three effects trade against each other: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C_w / I_y  —  warping rigidity: the flanges resisting counter-bending.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L_b^2 GJ / (pi^2 E I_y)  —  St. Venant torsion: the open section's twisting stiffness.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(C_2 z_g)^2  —  load height: loading the top flange is destabilizing, so it subtracts.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C_1 = 1.35 (central point load),  C_2 = 0.55 (load-height factor).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From critical moment to a 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_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1411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880801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beam cannot exceed its yield moment, so LTB is capped at yield: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take the smaller of the elastic buckling moment and the yield moment,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convert moment to load with M_max = PL/4, so P = 4M / L,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with L_b = kL and z_g = c = TH/2 (load at the top surface).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min is a crude nod to inelastic buckling.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What feeds it: the section constants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c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818" y="1417320"/>
            <a:ext cx="6888058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976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I_y: weak-axis stiffness — small for narrow flanges, which is why tall thin beams tip.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J: St. Venant torsion, summed over web and flanges as thin rectangles.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C_w: warping constant, the flanges' resistance to counter-bending.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All three come from section_props in Pre-lab 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assumptions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The formula is exact only for an idealized beam. Ours is not quite that beam.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Thin-walled open section: J and C_w use thin-rectangle theory. Webs up to 7 mm against a 10 mm flange stretch 'thin'; J drifts.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Timoshenko elastic stability: M_cr assumes linear-elastic, perfectly straight, no residual stress. A print has all three imperfections.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Warping torsion: the C_w term assumes ends free to warp. The real fixture restrains them — which is what k absorbs.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Elastic, isotropic material: E = 2.5 GPa, G = E/2.6 (nu = 0.3). Printed PLA is layered and anisotropic.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Each gap is a reason the equation narrows the answer without settling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one number that rules LTB: 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423" y="2011680"/>
            <a:ext cx="8430847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k is the effective-length factor: how far the beam twists and bends sideways between whatever restrains it.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Set by the fixture — how the ends grip, whether they warp, where load lands — not by the beam.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Textbook k = 1 is a simply-supported fork end free to warp; stiffer restraint drops k below 1.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Handbook starting value k = 0.33. Calibration on the class subset gives k = 0.377, which sets the equation design.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Since M_cr ~ 1/k^2, a small change swings LTB hard — and the calibrated equation optimum sits on a bend-LTB knife edge (capacities within ~1%). k does not transfer between fixtures: confirm it on ours before betting on that optimum.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Which mode drives?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ailure_mod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878" y="1371600"/>
            <a:ext cx="601393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Tall thin webs tip (LTB). Short thin webs are separation-limited: junction shear flow beats the layer-line bond. The middle bends.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Does the theory match the data?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Pre-lab 1 answers this with your beam dataset: compute each beam's predicted capacity and mode, then plot predictions against measurements.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Watch for two things: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Points below the line: beams that broke before the equations said they would.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Beams whose recorded failure looks nothing like the predicted mode.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[Placeholder: parity plot from the 44-beam dataset once strength_N lands.]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One assumption, two different beams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wo_opt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242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Illustration: handbook starting values versus the class calibration (66.8 MPa, k = 0.377, tau_i = 17.9 MPa), which moves the equation optimum to (1.25, 13.20).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this leaves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equations are useful but partial: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they cannot tell a yield plateau from a one-drop fracture,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their LTB term rests on fixture assumptions,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modes blur,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and we have only a few expensive tests.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A data-driven model that carries its own uncertainty is built for this. Next lecture: Gaussian Processes and Bayesian optimization.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1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ME323_Module1_Prelab1_FailureModes: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load the beam data, compute strength-to-weight,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code flexural yield and the junction shear-flow separation check (start tau_i at the bulk guess 43.9 MPa),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dominant-mode proxies with measured strengths and failure notes, then calibrate (sigma_y, k, tau_i),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optimize strength-to-weight.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beam you find there is one of your two ground-truth queries later. Bring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